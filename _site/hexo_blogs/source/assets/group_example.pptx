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</p:sldIdLst>
  <p:sldSz cx="4994275" cy="3600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263" autoAdjust="0"/>
    <p:restoredTop sz="94660"/>
  </p:normalViewPr>
  <p:slideViewPr>
    <p:cSldViewPr snapToGrid="0">
      <p:cViewPr>
        <p:scale>
          <a:sx n="150" d="100"/>
          <a:sy n="150" d="100"/>
        </p:scale>
        <p:origin x="4268" y="16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4571" y="589241"/>
            <a:ext cx="4245134" cy="1253490"/>
          </a:xfrm>
        </p:spPr>
        <p:txBody>
          <a:bodyPr anchor="b"/>
          <a:lstStyle>
            <a:lvl1pPr algn="ctr">
              <a:defRPr sz="315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24285" y="1891070"/>
            <a:ext cx="3745706" cy="869275"/>
          </a:xfrm>
        </p:spPr>
        <p:txBody>
          <a:bodyPr/>
          <a:lstStyle>
            <a:lvl1pPr marL="0" indent="0" algn="ctr">
              <a:buNone/>
              <a:defRPr sz="1260"/>
            </a:lvl1pPr>
            <a:lvl2pPr marL="240030" indent="0" algn="ctr">
              <a:buNone/>
              <a:defRPr sz="1050"/>
            </a:lvl2pPr>
            <a:lvl3pPr marL="480060" indent="0" algn="ctr">
              <a:buNone/>
              <a:defRPr sz="945"/>
            </a:lvl3pPr>
            <a:lvl4pPr marL="720090" indent="0" algn="ctr">
              <a:buNone/>
              <a:defRPr sz="840"/>
            </a:lvl4pPr>
            <a:lvl5pPr marL="960120" indent="0" algn="ctr">
              <a:buNone/>
              <a:defRPr sz="840"/>
            </a:lvl5pPr>
            <a:lvl6pPr marL="1200150" indent="0" algn="ctr">
              <a:buNone/>
              <a:defRPr sz="840"/>
            </a:lvl6pPr>
            <a:lvl7pPr marL="1440180" indent="0" algn="ctr">
              <a:buNone/>
              <a:defRPr sz="840"/>
            </a:lvl7pPr>
            <a:lvl8pPr marL="1680210" indent="0" algn="ctr">
              <a:buNone/>
              <a:defRPr sz="840"/>
            </a:lvl8pPr>
            <a:lvl9pPr marL="1920240" indent="0" algn="ctr">
              <a:buNone/>
              <a:defRPr sz="84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965E3-BD3B-46F1-8ACD-D7E3BD6A139C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39378-EA3F-4E89-855F-0885535C16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5885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965E3-BD3B-46F1-8ACD-D7E3BD6A139C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39378-EA3F-4E89-855F-0885535C16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61887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0756" y="897613"/>
            <a:ext cx="4307562" cy="1497687"/>
          </a:xfrm>
        </p:spPr>
        <p:txBody>
          <a:bodyPr anchor="b"/>
          <a:lstStyle>
            <a:lvl1pPr>
              <a:defRPr sz="315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0756" y="2409469"/>
            <a:ext cx="4307562" cy="787598"/>
          </a:xfrm>
        </p:spPr>
        <p:txBody>
          <a:bodyPr/>
          <a:lstStyle>
            <a:lvl1pPr marL="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1pPr>
            <a:lvl2pPr marL="240030" indent="0">
              <a:buNone/>
              <a:defRPr sz="1050">
                <a:solidFill>
                  <a:schemeClr val="tx1">
                    <a:tint val="82000"/>
                  </a:schemeClr>
                </a:solidFill>
              </a:defRPr>
            </a:lvl2pPr>
            <a:lvl3pPr marL="480060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3pPr>
            <a:lvl4pPr marL="72009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4pPr>
            <a:lvl5pPr marL="96012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5pPr>
            <a:lvl6pPr marL="120015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6pPr>
            <a:lvl7pPr marL="144018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7pPr>
            <a:lvl8pPr marL="168021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8pPr>
            <a:lvl9pPr marL="192024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965E3-BD3B-46F1-8ACD-D7E3BD6A139C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39378-EA3F-4E89-855F-0885535C16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44087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43356" y="958453"/>
            <a:ext cx="2122567" cy="22844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28352" y="958453"/>
            <a:ext cx="2122567" cy="228445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965E3-BD3B-46F1-8ACD-D7E3BD6A139C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39378-EA3F-4E89-855F-0885535C16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88737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4007" y="191691"/>
            <a:ext cx="4307562" cy="695921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4007" y="882610"/>
            <a:ext cx="2112812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4007" y="1315164"/>
            <a:ext cx="2112812" cy="193440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28352" y="882610"/>
            <a:ext cx="2123217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28352" y="1315164"/>
            <a:ext cx="2123217" cy="1934409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965E3-BD3B-46F1-8ACD-D7E3BD6A139C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39378-EA3F-4E89-855F-0885535C16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969082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965E3-BD3B-46F1-8ACD-D7E3BD6A139C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39378-EA3F-4E89-855F-0885535C16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34223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965E3-BD3B-46F1-8ACD-D7E3BD6A139C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39378-EA3F-4E89-855F-0885535C16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94474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4007" y="240030"/>
            <a:ext cx="1610784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23217" y="518399"/>
            <a:ext cx="2528352" cy="2558653"/>
          </a:xfrm>
        </p:spPr>
        <p:txBody>
          <a:bodyPr/>
          <a:lstStyle>
            <a:lvl1pPr>
              <a:defRPr sz="1680"/>
            </a:lvl1pPr>
            <a:lvl2pPr>
              <a:defRPr sz="1470"/>
            </a:lvl2pPr>
            <a:lvl3pPr>
              <a:defRPr sz="126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4007" y="1080135"/>
            <a:ext cx="1610784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965E3-BD3B-46F1-8ACD-D7E3BD6A139C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39378-EA3F-4E89-855F-0885535C16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83860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4007" y="240030"/>
            <a:ext cx="1610784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123217" y="518399"/>
            <a:ext cx="2528352" cy="2558653"/>
          </a:xfrm>
        </p:spPr>
        <p:txBody>
          <a:bodyPr anchor="t"/>
          <a:lstStyle>
            <a:lvl1pPr marL="0" indent="0">
              <a:buNone/>
              <a:defRPr sz="1680"/>
            </a:lvl1pPr>
            <a:lvl2pPr marL="240030" indent="0">
              <a:buNone/>
              <a:defRPr sz="1470"/>
            </a:lvl2pPr>
            <a:lvl3pPr marL="480060" indent="0">
              <a:buNone/>
              <a:defRPr sz="1260"/>
            </a:lvl3pPr>
            <a:lvl4pPr marL="720090" indent="0">
              <a:buNone/>
              <a:defRPr sz="1050"/>
            </a:lvl4pPr>
            <a:lvl5pPr marL="960120" indent="0">
              <a:buNone/>
              <a:defRPr sz="1050"/>
            </a:lvl5pPr>
            <a:lvl6pPr marL="1200150" indent="0">
              <a:buNone/>
              <a:defRPr sz="1050"/>
            </a:lvl6pPr>
            <a:lvl7pPr marL="1440180" indent="0">
              <a:buNone/>
              <a:defRPr sz="1050"/>
            </a:lvl7pPr>
            <a:lvl8pPr marL="1680210" indent="0">
              <a:buNone/>
              <a:defRPr sz="1050"/>
            </a:lvl8pPr>
            <a:lvl9pPr marL="1920240" indent="0">
              <a:buNone/>
              <a:defRPr sz="105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44007" y="1080135"/>
            <a:ext cx="1610784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965E3-BD3B-46F1-8ACD-D7E3BD6A139C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39378-EA3F-4E89-855F-0885535C16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5426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965E3-BD3B-46F1-8ACD-D7E3BD6A139C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39378-EA3F-4E89-855F-0885535C16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53457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574028" y="191691"/>
            <a:ext cx="1076891" cy="305121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43357" y="191691"/>
            <a:ext cx="3168243" cy="305121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6965E3-BD3B-46F1-8ACD-D7E3BD6A139C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BD39378-EA3F-4E89-855F-0885535C16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76845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43357" y="191691"/>
            <a:ext cx="4307562" cy="6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3357" y="958453"/>
            <a:ext cx="4307562" cy="228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43356" y="3337084"/>
            <a:ext cx="1123712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3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6965E3-BD3B-46F1-8ACD-D7E3BD6A139C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54354" y="3337084"/>
            <a:ext cx="1685568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3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27207" y="3337084"/>
            <a:ext cx="1123712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3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BD39378-EA3F-4E89-855F-0885535C165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2524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480060" rtl="0" eaLnBrk="1" latinLnBrk="0" hangingPunct="1">
        <a:lnSpc>
          <a:spcPct val="90000"/>
        </a:lnSpc>
        <a:spcBef>
          <a:spcPct val="0"/>
        </a:spcBef>
        <a:buNone/>
        <a:defRPr sz="23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015" indent="-120015" algn="l" defTabSz="48006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470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2pPr>
      <a:lvl3pPr marL="60007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84010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108013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32016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56019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204025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1pPr>
      <a:lvl2pPr marL="24003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8006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3pPr>
      <a:lvl4pPr marL="72009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20015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44018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68021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矩形: 圆角 99">
            <a:extLst>
              <a:ext uri="{FF2B5EF4-FFF2-40B4-BE49-F238E27FC236}">
                <a16:creationId xmlns:a16="http://schemas.microsoft.com/office/drawing/2014/main" id="{D482670B-E86E-9B53-CFEA-C36BB96A5490}"/>
              </a:ext>
            </a:extLst>
          </p:cNvPr>
          <p:cNvSpPr/>
          <p:nvPr/>
        </p:nvSpPr>
        <p:spPr>
          <a:xfrm>
            <a:off x="63926" y="81134"/>
            <a:ext cx="4883785" cy="3365863"/>
          </a:xfrm>
          <a:prstGeom prst="roundRect">
            <a:avLst>
              <a:gd name="adj" fmla="val 4118"/>
            </a:avLst>
          </a:prstGeom>
          <a:solidFill>
            <a:schemeClr val="bg1">
              <a:lumMod val="9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noFill/>
            </a:endParaRPr>
          </a:p>
        </p:txBody>
      </p:sp>
      <p:sp>
        <p:nvSpPr>
          <p:cNvPr id="109" name="矩形: 圆角 108">
            <a:extLst>
              <a:ext uri="{FF2B5EF4-FFF2-40B4-BE49-F238E27FC236}">
                <a16:creationId xmlns:a16="http://schemas.microsoft.com/office/drawing/2014/main" id="{87FD15B9-2F30-1FAB-B8EB-8B6750368E35}"/>
              </a:ext>
            </a:extLst>
          </p:cNvPr>
          <p:cNvSpPr/>
          <p:nvPr/>
        </p:nvSpPr>
        <p:spPr>
          <a:xfrm>
            <a:off x="445383" y="677474"/>
            <a:ext cx="4297679" cy="2112022"/>
          </a:xfrm>
          <a:prstGeom prst="roundRect">
            <a:avLst>
              <a:gd name="adj" fmla="val 4118"/>
            </a:avLst>
          </a:prstGeom>
          <a:solidFill>
            <a:schemeClr val="bg1">
              <a:lumMod val="85000"/>
            </a:schemeClr>
          </a:solidFill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noFill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EC2F93A8-3FB9-09DB-85EB-0E22E0ED587D}"/>
              </a:ext>
            </a:extLst>
          </p:cNvPr>
          <p:cNvSpPr/>
          <p:nvPr/>
        </p:nvSpPr>
        <p:spPr>
          <a:xfrm>
            <a:off x="3067382" y="2258273"/>
            <a:ext cx="422366" cy="439782"/>
          </a:xfrm>
          <a:prstGeom prst="ellipse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351D3A6-0D4F-E727-3777-3A07C8FBD467}"/>
              </a:ext>
            </a:extLst>
          </p:cNvPr>
          <p:cNvSpPr txBox="1"/>
          <p:nvPr/>
        </p:nvSpPr>
        <p:spPr>
          <a:xfrm>
            <a:off x="2426228" y="1751342"/>
            <a:ext cx="11480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Haoxuan</a:t>
            </a:r>
            <a:endParaRPr lang="zh-CN" altLang="en-US" b="1" dirty="0">
              <a:latin typeface="Linux Libertine" panose="02000503000000000000" pitchFamily="2" charset="0"/>
              <a:cs typeface="Linux Libertine" panose="02000503000000000000" pitchFamily="2" charset="0"/>
            </a:endParaRPr>
          </a:p>
        </p:txBody>
      </p:sp>
      <p:sp>
        <p:nvSpPr>
          <p:cNvPr id="6" name="椭圆 5">
            <a:extLst>
              <a:ext uri="{FF2B5EF4-FFF2-40B4-BE49-F238E27FC236}">
                <a16:creationId xmlns:a16="http://schemas.microsoft.com/office/drawing/2014/main" id="{BE45390D-CF36-6963-10F4-140BBB070BE8}"/>
              </a:ext>
            </a:extLst>
          </p:cNvPr>
          <p:cNvSpPr/>
          <p:nvPr/>
        </p:nvSpPr>
        <p:spPr>
          <a:xfrm>
            <a:off x="562945" y="1673888"/>
            <a:ext cx="422366" cy="439782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椭圆 6">
            <a:extLst>
              <a:ext uri="{FF2B5EF4-FFF2-40B4-BE49-F238E27FC236}">
                <a16:creationId xmlns:a16="http://schemas.microsoft.com/office/drawing/2014/main" id="{BB232DA9-75B6-28A9-5B94-6E989021C81C}"/>
              </a:ext>
            </a:extLst>
          </p:cNvPr>
          <p:cNvSpPr/>
          <p:nvPr/>
        </p:nvSpPr>
        <p:spPr>
          <a:xfrm>
            <a:off x="1028406" y="963329"/>
            <a:ext cx="422366" cy="439782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椭圆 7">
            <a:extLst>
              <a:ext uri="{FF2B5EF4-FFF2-40B4-BE49-F238E27FC236}">
                <a16:creationId xmlns:a16="http://schemas.microsoft.com/office/drawing/2014/main" id="{E05E3CEB-21E9-D7E8-782D-FCBF801DBB16}"/>
              </a:ext>
            </a:extLst>
          </p:cNvPr>
          <p:cNvSpPr/>
          <p:nvPr/>
        </p:nvSpPr>
        <p:spPr>
          <a:xfrm>
            <a:off x="1493868" y="1669532"/>
            <a:ext cx="422366" cy="439782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7157E0EC-E1C4-88B0-14AC-87F1E5A80CBE}"/>
              </a:ext>
            </a:extLst>
          </p:cNvPr>
          <p:cNvCxnSpPr>
            <a:cxnSpLocks/>
            <a:stCxn id="6" idx="6"/>
            <a:endCxn id="7" idx="4"/>
          </p:cNvCxnSpPr>
          <p:nvPr/>
        </p:nvCxnSpPr>
        <p:spPr>
          <a:xfrm flipV="1">
            <a:off x="985311" y="1403111"/>
            <a:ext cx="254278" cy="49066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B2973DB3-20F9-6846-2673-2B5C0E36FDE6}"/>
              </a:ext>
            </a:extLst>
          </p:cNvPr>
          <p:cNvCxnSpPr>
            <a:cxnSpLocks/>
            <a:stCxn id="8" idx="2"/>
            <a:endCxn id="7" idx="4"/>
          </p:cNvCxnSpPr>
          <p:nvPr/>
        </p:nvCxnSpPr>
        <p:spPr>
          <a:xfrm flipH="1" flipV="1">
            <a:off x="1239593" y="1403111"/>
            <a:ext cx="254279" cy="486312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9EC7EF3B-1608-2B48-7F92-E06DF79C0559}"/>
              </a:ext>
            </a:extLst>
          </p:cNvPr>
          <p:cNvCxnSpPr>
            <a:cxnSpLocks/>
            <a:stCxn id="6" idx="6"/>
            <a:endCxn id="8" idx="2"/>
          </p:cNvCxnSpPr>
          <p:nvPr/>
        </p:nvCxnSpPr>
        <p:spPr>
          <a:xfrm flipV="1">
            <a:off x="985315" y="1889423"/>
            <a:ext cx="508557" cy="4356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>
            <a:extLst>
              <a:ext uri="{FF2B5EF4-FFF2-40B4-BE49-F238E27FC236}">
                <a16:creationId xmlns:a16="http://schemas.microsoft.com/office/drawing/2014/main" id="{022783CE-3414-BAB0-6E41-40DA191FBE8F}"/>
              </a:ext>
            </a:extLst>
          </p:cNvPr>
          <p:cNvCxnSpPr>
            <a:cxnSpLocks/>
            <a:stCxn id="7" idx="5"/>
            <a:endCxn id="4" idx="2"/>
          </p:cNvCxnSpPr>
          <p:nvPr/>
        </p:nvCxnSpPr>
        <p:spPr>
          <a:xfrm>
            <a:off x="1388918" y="1338706"/>
            <a:ext cx="1678464" cy="113945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2A07362A-165A-C2D4-2988-39102C175F1F}"/>
              </a:ext>
            </a:extLst>
          </p:cNvPr>
          <p:cNvCxnSpPr>
            <a:cxnSpLocks/>
            <a:stCxn id="8" idx="5"/>
            <a:endCxn id="4" idx="2"/>
          </p:cNvCxnSpPr>
          <p:nvPr/>
        </p:nvCxnSpPr>
        <p:spPr>
          <a:xfrm>
            <a:off x="1854380" y="2044914"/>
            <a:ext cx="1213002" cy="43325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7" name="椭圆 66">
            <a:extLst>
              <a:ext uri="{FF2B5EF4-FFF2-40B4-BE49-F238E27FC236}">
                <a16:creationId xmlns:a16="http://schemas.microsoft.com/office/drawing/2014/main" id="{3EF85CC3-0B4F-D2C5-BE14-21E62D6E2C49}"/>
              </a:ext>
            </a:extLst>
          </p:cNvPr>
          <p:cNvSpPr/>
          <p:nvPr/>
        </p:nvSpPr>
        <p:spPr>
          <a:xfrm>
            <a:off x="3658842" y="898924"/>
            <a:ext cx="422366" cy="439782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8" name="椭圆 67">
            <a:extLst>
              <a:ext uri="{FF2B5EF4-FFF2-40B4-BE49-F238E27FC236}">
                <a16:creationId xmlns:a16="http://schemas.microsoft.com/office/drawing/2014/main" id="{1AA13D18-372D-15DC-C8E0-FE52FEEDB436}"/>
              </a:ext>
            </a:extLst>
          </p:cNvPr>
          <p:cNvSpPr/>
          <p:nvPr/>
        </p:nvSpPr>
        <p:spPr>
          <a:xfrm>
            <a:off x="4237963" y="1468653"/>
            <a:ext cx="422366" cy="439782"/>
          </a:xfrm>
          <a:prstGeom prst="ellipse">
            <a:avLst/>
          </a:prstGeom>
          <a:solidFill>
            <a:schemeClr val="tx2">
              <a:lumMod val="10000"/>
              <a:lumOff val="9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9" name="椭圆 68">
            <a:extLst>
              <a:ext uri="{FF2B5EF4-FFF2-40B4-BE49-F238E27FC236}">
                <a16:creationId xmlns:a16="http://schemas.microsoft.com/office/drawing/2014/main" id="{448E6388-CEF1-4598-FFAA-E419A175244B}"/>
              </a:ext>
            </a:extLst>
          </p:cNvPr>
          <p:cNvSpPr/>
          <p:nvPr/>
        </p:nvSpPr>
        <p:spPr>
          <a:xfrm>
            <a:off x="4230149" y="2940384"/>
            <a:ext cx="422366" cy="43978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0" name="椭圆 69">
            <a:extLst>
              <a:ext uri="{FF2B5EF4-FFF2-40B4-BE49-F238E27FC236}">
                <a16:creationId xmlns:a16="http://schemas.microsoft.com/office/drawing/2014/main" id="{52D651C0-DDA4-920A-C151-AD5580CAADE5}"/>
              </a:ext>
            </a:extLst>
          </p:cNvPr>
          <p:cNvSpPr/>
          <p:nvPr/>
        </p:nvSpPr>
        <p:spPr>
          <a:xfrm>
            <a:off x="1854380" y="2940384"/>
            <a:ext cx="422366" cy="439782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1" name="直接连接符 70">
            <a:extLst>
              <a:ext uri="{FF2B5EF4-FFF2-40B4-BE49-F238E27FC236}">
                <a16:creationId xmlns:a16="http://schemas.microsoft.com/office/drawing/2014/main" id="{07348D32-692E-452B-9B9C-E7C9B7699DD9}"/>
              </a:ext>
            </a:extLst>
          </p:cNvPr>
          <p:cNvCxnSpPr>
            <a:cxnSpLocks/>
            <a:stCxn id="6" idx="5"/>
            <a:endCxn id="4" idx="2"/>
          </p:cNvCxnSpPr>
          <p:nvPr/>
        </p:nvCxnSpPr>
        <p:spPr>
          <a:xfrm>
            <a:off x="923461" y="2049270"/>
            <a:ext cx="2143925" cy="42889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78" name="直接连接符 77">
            <a:extLst>
              <a:ext uri="{FF2B5EF4-FFF2-40B4-BE49-F238E27FC236}">
                <a16:creationId xmlns:a16="http://schemas.microsoft.com/office/drawing/2014/main" id="{19AAD596-7FE0-1494-D23A-DCCB9DFEB500}"/>
              </a:ext>
            </a:extLst>
          </p:cNvPr>
          <p:cNvCxnSpPr>
            <a:cxnSpLocks/>
            <a:stCxn id="67" idx="5"/>
            <a:endCxn id="68" idx="1"/>
          </p:cNvCxnSpPr>
          <p:nvPr/>
        </p:nvCxnSpPr>
        <p:spPr>
          <a:xfrm>
            <a:off x="4019359" y="1274305"/>
            <a:ext cx="280463" cy="25875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2" name="直接连接符 81">
            <a:extLst>
              <a:ext uri="{FF2B5EF4-FFF2-40B4-BE49-F238E27FC236}">
                <a16:creationId xmlns:a16="http://schemas.microsoft.com/office/drawing/2014/main" id="{85933B13-601A-4F19-AA63-FD3E926E4FC0}"/>
              </a:ext>
            </a:extLst>
          </p:cNvPr>
          <p:cNvCxnSpPr>
            <a:cxnSpLocks/>
            <a:stCxn id="68" idx="3"/>
            <a:endCxn id="4" idx="7"/>
          </p:cNvCxnSpPr>
          <p:nvPr/>
        </p:nvCxnSpPr>
        <p:spPr>
          <a:xfrm flipH="1">
            <a:off x="3427899" y="1844030"/>
            <a:ext cx="871923" cy="478648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5" name="直接连接符 84">
            <a:extLst>
              <a:ext uri="{FF2B5EF4-FFF2-40B4-BE49-F238E27FC236}">
                <a16:creationId xmlns:a16="http://schemas.microsoft.com/office/drawing/2014/main" id="{A8A43B71-524E-61C6-F6F2-32134C61E1F0}"/>
              </a:ext>
            </a:extLst>
          </p:cNvPr>
          <p:cNvCxnSpPr>
            <a:cxnSpLocks/>
            <a:stCxn id="67" idx="3"/>
            <a:endCxn id="4" idx="7"/>
          </p:cNvCxnSpPr>
          <p:nvPr/>
        </p:nvCxnSpPr>
        <p:spPr>
          <a:xfrm flipH="1">
            <a:off x="3427894" y="1274305"/>
            <a:ext cx="292802" cy="104837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8" name="直接连接符 87">
            <a:extLst>
              <a:ext uri="{FF2B5EF4-FFF2-40B4-BE49-F238E27FC236}">
                <a16:creationId xmlns:a16="http://schemas.microsoft.com/office/drawing/2014/main" id="{B0BAEC58-A2DD-D453-7356-B4400D015C5A}"/>
              </a:ext>
            </a:extLst>
          </p:cNvPr>
          <p:cNvCxnSpPr>
            <a:cxnSpLocks/>
            <a:stCxn id="4" idx="3"/>
            <a:endCxn id="70" idx="7"/>
          </p:cNvCxnSpPr>
          <p:nvPr/>
        </p:nvCxnSpPr>
        <p:spPr>
          <a:xfrm flipH="1">
            <a:off x="2214892" y="2633655"/>
            <a:ext cx="914344" cy="37113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1" name="直接连接符 90">
            <a:extLst>
              <a:ext uri="{FF2B5EF4-FFF2-40B4-BE49-F238E27FC236}">
                <a16:creationId xmlns:a16="http://schemas.microsoft.com/office/drawing/2014/main" id="{4C68BB1A-AD6D-FF41-9F0B-888EFFEC959B}"/>
              </a:ext>
            </a:extLst>
          </p:cNvPr>
          <p:cNvCxnSpPr>
            <a:cxnSpLocks/>
            <a:stCxn id="4" idx="5"/>
            <a:endCxn id="69" idx="1"/>
          </p:cNvCxnSpPr>
          <p:nvPr/>
        </p:nvCxnSpPr>
        <p:spPr>
          <a:xfrm>
            <a:off x="3427899" y="2633655"/>
            <a:ext cx="864109" cy="37113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1" name="文本框 100">
            <a:extLst>
              <a:ext uri="{FF2B5EF4-FFF2-40B4-BE49-F238E27FC236}">
                <a16:creationId xmlns:a16="http://schemas.microsoft.com/office/drawing/2014/main" id="{1D93AEEC-0F6A-B402-20FF-2C034433B162}"/>
              </a:ext>
            </a:extLst>
          </p:cNvPr>
          <p:cNvSpPr txBox="1"/>
          <p:nvPr/>
        </p:nvSpPr>
        <p:spPr>
          <a:xfrm>
            <a:off x="63926" y="87389"/>
            <a:ext cx="365677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Neighborhood graph of Haoxuan</a:t>
            </a:r>
            <a:endParaRPr lang="zh-CN" altLang="en-US" b="1" dirty="0">
              <a:latin typeface="Linux Libertine" panose="02000503000000000000" pitchFamily="2" charset="0"/>
              <a:cs typeface="Linux Libertine" panose="02000503000000000000" pitchFamily="2" charset="0"/>
            </a:endParaRPr>
          </a:p>
        </p:txBody>
      </p:sp>
      <p:sp>
        <p:nvSpPr>
          <p:cNvPr id="110" name="文本框 109">
            <a:extLst>
              <a:ext uri="{FF2B5EF4-FFF2-40B4-BE49-F238E27FC236}">
                <a16:creationId xmlns:a16="http://schemas.microsoft.com/office/drawing/2014/main" id="{D12200C6-6D98-EDB2-4F2C-2ED0E6C56E35}"/>
              </a:ext>
            </a:extLst>
          </p:cNvPr>
          <p:cNvSpPr txBox="1"/>
          <p:nvPr/>
        </p:nvSpPr>
        <p:spPr>
          <a:xfrm>
            <a:off x="419347" y="667444"/>
            <a:ext cx="1576072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500" b="1" dirty="0">
                <a:latin typeface="Linux Libertine" panose="02000503000000000000" pitchFamily="2" charset="0"/>
                <a:ea typeface="Linux Libertine" panose="02000503000000000000" pitchFamily="2" charset="0"/>
                <a:cs typeface="Linux Libertine" panose="02000503000000000000" pitchFamily="2" charset="0"/>
              </a:rPr>
              <a:t>Dense subgraph</a:t>
            </a:r>
            <a:endParaRPr lang="zh-CN" altLang="en-US" sz="1500" b="1" dirty="0">
              <a:latin typeface="Linux Libertine" panose="02000503000000000000" pitchFamily="2" charset="0"/>
              <a:cs typeface="Linux Libertine" panose="02000503000000000000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753730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</TotalTime>
  <Words>7</Words>
  <Application>Microsoft Office PowerPoint</Application>
  <PresentationFormat>自定义</PresentationFormat>
  <Paragraphs>3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Linux Libertine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#XIE HAOXUAN#</dc:creator>
  <cp:lastModifiedBy>#XIE HAOXUAN#</cp:lastModifiedBy>
  <cp:revision>1</cp:revision>
  <dcterms:created xsi:type="dcterms:W3CDTF">2026-03-25T09:43:18Z</dcterms:created>
  <dcterms:modified xsi:type="dcterms:W3CDTF">2026-03-25T09:53:42Z</dcterms:modified>
</cp:coreProperties>
</file>